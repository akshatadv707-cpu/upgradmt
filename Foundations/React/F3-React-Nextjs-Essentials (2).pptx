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F3 · Building a Web Interface with React and Next.js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6446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3-hour workshop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A623"/>
                </a:solidFill>
              </a:rPr>
              <a:t>F3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Building a Web Interface with React and Next.js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3"/>
                </a:solidFill>
              </a:rPr>
              <a:t>Components, App Router, Tailwind CSS, and real-time updates (SSE and WebSockets).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</a:rPr>
              <a:t>3 hours  ·  hands-on  ·  arrive with your Next.js app already running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Today's 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B2545"/>
                </a:solidFill>
              </a:rPr>
              <a:t>Part 1 — React basics</a:t>
            </a:r>
            <a:endParaRPr lang="en-US" sz="20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</a:rPr>
              <a:t>components, props, useState, useEffect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B2545"/>
                </a:solidFill>
              </a:rPr>
              <a:t>Part 2 — Next.js App Router</a:t>
            </a:r>
            <a:endParaRPr lang="en-US" sz="20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</a:rPr>
              <a:t>project structure, Server vs Client Components, routing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B2545"/>
                </a:solidFill>
              </a:rPr>
              <a:t>Part 3 — Tailwind CSS</a:t>
            </a:r>
            <a:endParaRPr lang="en-US" sz="20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</a:rPr>
              <a:t>utility-first styling in your components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B2545"/>
                </a:solidFill>
              </a:rPr>
              <a:t>Part 4 — Real-time updates</a:t>
            </a:r>
            <a:endParaRPr lang="en-US" sz="20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</a:rPr>
              <a:t>SSE (one-way) and WebSockets / Socket.io (two-way)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B2545"/>
                </a:solidFill>
              </a:rPr>
              <a:t>3 hours · practice after every topic · two short breaks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Agenda at a glance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23951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Block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B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0:00 – 0:15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Welcome &amp; verify setup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Pre-read check, open your app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0:15 – 0:55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Part 1 — React basics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components, props, hooks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0:55 – 1:00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Break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1:00 – 1:45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Part 2 — Next.js App Router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pages, layouts, routing, RSC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1:45 – 1:55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Break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1:55 – 2:25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Part 3 — Tailwind CSS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utility classes, layout, polish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2:25 – 2:55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Part 4 — Real-time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SSE vs WebSockets, Session 5 preview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2:55 – 3:00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Wrap-up &amp; Q&amp;A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</a:rPr>
                        <a:t>Key takeaways, path forward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Who this is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B2545"/>
                </a:solidFill>
              </a:rPr>
              <a:t>Open to all.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Recommended if you are new to React or Next.js.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Builds the React and Next.js floor for Sessions 2, 3, and 5.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Covers the real-time concepts Session 5 assumes (SSE and WebSockets).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i="1" dirty="0">
                <a:solidFill>
                  <a:srgbClr val="0B2545"/>
                </a:solidFill>
              </a:rPr>
              <a:t>Prerequisite: F2 JavaScript &amp; TypeScript Essentials (or equivalent).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PRE-READ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Before you arrived (self-study)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Finish the official React Quick Start (react.dev/learn).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Create one Next.js app with create-next-app and open it in your browser.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B2545"/>
                </a:solidFill>
              </a:rPr>
              <a:t>You arrive with a project already running — we go straight to how it works.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B2545"/>
                </a:solidFill>
              </a:rPr>
              <a:t>Today we live-code inside that app. Ask questions anytime; we pause to check understanding.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How this session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B2545"/>
                </a:solidFill>
              </a:rPr>
              <a:t>Live coding first — slides support the demo, not the other way around.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After each small idea there is a Practice slide — you type in your app.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At the end of each part there is a bigger Challenge.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Instructor will share syntax snippets in chat before each practice.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i="1" dirty="0">
                <a:solidFill>
                  <a:srgbClr val="0B2545"/>
                </a:solidFill>
              </a:rPr>
              <a:t>Thumbs-up check every 15 minutes: is this clear before we move on?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Verify your pre-read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Open your create-next-app project in VS Code.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In the terminal:  npm run dev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Open http://localhost:3000 — you should see the Next.js welcome page.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If this works, you are ready. Raise your hand if you need help.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A flight checklist: we confirm the engine starts before take-off.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Open your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Run npm run dev in your pre-read Next.js app.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Open localhost:3000 in the browser and confirm it loads.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Find app/page.tsx in the editor — this is the home page we will edit.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Wave when your app is running (or ask for help in chat).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~5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React basics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components · props · useState · useEffect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REACT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What is React?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React builds user interfaces from reusable pieces called components.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Each component is a function that returns JSX (HTML-like syntax in JavaScript).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When data changes, React re-renders only the parts that need updating.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You will see components in every Next.js page.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LEGO bricks: small pieces snap together; replace one brick without rebuilding the whole model.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REACT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A simple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component is a function that returns JSX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Welcome()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&lt;h1&gt;Hello, React!&lt;/h1&gt;;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Page()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&lt;Welcome /&gt;;   // use it like an HTML tag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Component names start with a capital letter. JSX looks like HTML but lives inside JavaScript.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REACT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Write a component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In app/page.tsx (or a new file), create a function Greeting that returns &lt;p&gt;Hello!&lt;/p&gt;.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Use &lt;Greeting /&gt; inside the page component.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Save and check the browser updates (hot reload).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~6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PROPS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Passing data with props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Props are inputs you pass from a parent component to a child.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They are read-only — the child cannot change them.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Add attributes to your JSX tag:  &lt;User name="Alice" age={30} /&gt;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The child receives them as one object:  function User({ name, age }) { ... }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Function arguments: the parent calls the child with specific values each time.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PROPS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Props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UserCard({ name, role })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&lt;h2&gt;{name}&lt;/h2&gt;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&lt;p&gt;{role}&lt;/p&gt;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passes props: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&lt;UserCard name="Alice" role="Engineer" /&gt;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PROPS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Pass props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Create a ProductCard component with props: name and price.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Render two &lt;ProductCard /&gt; instances with different props.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Display name and price inside the card with JSX { } syntax.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~6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State with useState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State is data that can change over time inside a component.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useState gives you a value and a setter function to update it.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When you call the setter, React re-renders the component with the new value.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Only Client Components can use useState (we cover Server vs Client in Part 2).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A scoreboard: the number on screen updates when someone scores.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useState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client';   // needed in Next.js for hooks (explained in Part 2)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onClick={() =&gt; setCount(count + 1)}&gt;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Clicked {count} times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useState(0) starts count at 0. setCount updates it and triggers a re-render.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Add a counter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Add 'use client' at the top of the file.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Create a Counter with useState starting at 0.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Add a button that increments the count on each click.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Confirm the label updates in the browser without a full page reload.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~7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EFFECTS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Side effects with useEffect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Sometimes you need to run code after render: fetch data, subscribe, timers.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useEffect runs after the component appears on screen.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Pass a function and a dependency array:  useEffect(() =&gt; { ... }, [id])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Empty array [] means run once on mount (like componentDidMount).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Setting a reminder when you walk into a room: the room is ready first, then you do the extra task.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EFFECTS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useEffect: fetch on mount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 } from 'react';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UserList()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[users, setUsers] = useState([]);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fetch('/api/users')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.then(res =&gt; res.json())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.then(data =&gt; setUsers(data));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   // run once when component mounts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&lt;ul&gt;{users.map(u =&gt; &lt;li key={u.id}&gt;{u.name}&lt;/li&gt;)}&lt;/ul&gt;;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Always handle loading and error states in real apps (shown in the Challenge).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EFFECTS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Load data on mount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Create a component that useState([]) holds a list of items.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useEffect with [] fetches from a public API (e.g. jsonplaceholder posts).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Map the results to a &lt;ul&gt; list. Show 'Loading...' until data arrives.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~8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6FB8"/>
                </a:solidFill>
              </a:rPr>
              <a:t>Challenge: Put React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Build a small dashboard: UserCard (props) + Counter (useState) + a list loaded with useEffect.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Show loading text while fetching; show an error message if fetch fails.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Use TypeScript types for your props and API response shape.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~12 min · combine what you just learned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BREAK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5 minutes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Back for Next.js App Router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Next.js App Router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create-next-app · Server vs Client · routing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NEXT.JS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What is Next.js?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Next.js is a React framework for production web apps.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It adds routing, layouts, server rendering, and build tooling out of the box.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The App Router (app/ folder) is the modern way to structure pages.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You already created a project with create-next-app in the pre-read.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React is the engine; Next.js is the car with gears, GPS, and a body built around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NEXT.JS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App Router folder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my-app/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layout.tsx    # shared shell (nav, fonts) for all pages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page.tsx      # home page at 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about/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page.tsx    # /about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public/         # static files (images)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package.json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Each page.tsx file in a folder becomes a URL route automatically.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NEXT.JS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Explore your app folder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Open app/layout.tsx — note the {children} slot where pages render.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Open app/page.tsx — edit the heading and confirm hot reload.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Create app/about/page.tsx with a simple About heading.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Visit /about in the browser.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~7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Server vs Client Components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By default, files in app/ are Server Components — they run on the server.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Server Components can fetch data directly; they cannot use useState or useEffect.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Add 'use client' at the top to make a Client Component (hooks, events, browser APIs).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Rule of thumb: Server by default; Client only when you need interactivity.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Server = kitchen prepares the meal; Client = waiter takes orders at the table.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Server vs Client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 Component (default) — no 'use client'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ProductList()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fetch('https://api.example.com/products');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products = await res.json();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&lt;ul&gt;{products.map(p =&gt; &lt;li key={p.id}&gt;{p.name}&lt;/li&gt;)}&lt;/ul&gt;;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 Component — interactivity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AddToCart() { ... 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Keep Client Components small; fetch on the server when you can.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Split Server and Client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Create a Server page that fetches and displays static text or data.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Extract an interactive button into a separate file with 'use client'.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Import the Client component into the Server page.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Confirm both server content and the button work together.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~8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ROUTING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Routing and navigation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Folders in app/ map to URL paths: app/shop/page.tsx -&gt; /shop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Use next/link for client-side navigation without full page reload.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&lt;Link href="/about"&gt;About&lt;/Link&gt; is preferred over &lt;a&gt; for internal links.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layout.tsx wraps all pages in that segment and persists across navigation.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Hallways between rooms: Link moves you without rebuilding the whole building.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ROUTING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Link and layouts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app/layout.tsx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Link from 'next/link';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RootLayout({ children })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&lt;html&gt;&lt;body&gt;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&lt;nav&gt;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&lt;Link href="/"&gt;Home&lt;/Link&gt;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&lt;Link href="/about"&gt;About&lt;/Link&gt;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&lt;/nav&gt;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&lt;/body&gt;&lt;/html&gt;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ROUTING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Add navigation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Add a nav bar in layout.tsx with Link to Home and one other page.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Create a second route (e.g. app/contact/page.tsx).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Click between pages — notice the nav stays, only the page content swaps.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~6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6FB8"/>
                </a:solidFill>
              </a:rPr>
              <a:t>Challenge: Put Next.js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Build a two-page app: Home (Server, fetches a list) and Detail (dynamic route).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Use Link for navigation. One Client Component for a button or toggle.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Add a shared layout with a title and nav links.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~12 min · combine what you just learned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BREAK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10 minutes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Back for Tailwind CSS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Tailwind CSS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utility-first styling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TAILWIND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What is Tailwind CSS?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Tailwind is a utility-first CSS framework — small classes you combine in JSX.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Instead of writing custom CSS files, you style with className="flex p-4 bg-blue-500".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create-next-app can include Tailwind by default (check your globals.css).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Fast to prototype; consistent spacing, colours, and responsive breakpoints.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A box of labelled stickers: put 'padding-large' and 'blue-background' on an element instead of mixing paint.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TAILWIND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Common utilities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Layout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className="flex items-center justify-between gap-4"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Spacing &amp; size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className="p-4 m-2 w-full max-w-md"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Typography &amp; colour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className="text-xl font-bold text-gray-800"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Responsive (md: = medium screens and up)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className="grid grid-cols-1 md:grid-cols-3"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Hover docs at tailwindcss.com/docs — search any class name while you code.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TAILWIND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Style a 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Take your ProductCard (or create one) and add Tailwind classes.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Use flex, padding, rounded corners, shadow, and text utilities.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Make it responsive: stack on mobile, row layout on md screens.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Compare results with a neighbour.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~8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TAILWIND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Polish a page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 className="min-h-screen bg-gray-50 p-8"&gt;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className="mx-auto max-w-4xl"&gt;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 className="text-3xl font-bold mb-6"&gt;Dashboard&lt;/h1&gt;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className="grid gap-4 md:grid-cols-2"&gt;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cards here */}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TAILWIND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Layout a page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Wrap your page content in a centered max-width container.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Use grid or flex to arrange at least two cards side by side on desktop.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Add consistent spacing between sections (gap, margin utilities).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~6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6FB8"/>
                </a:solidFill>
              </a:rPr>
              <a:t>Challenge: Style your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Apply Tailwind to your Part 1 dashboard: cards, nav, and responsive grid.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Use at least one hover: or focus: variant on a button.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Page should look clean on both mobile width and desktop.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~10 min · combine what you just learned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Real-time updates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SSE · WebSockets · Session 5 preview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REAL-TIME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Why real-time updates?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Normal HTTP: browser asks, server answers, connection closes.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Real-time: server can push new data to the browser without the user refreshing.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Examples: live scores, chat, notifications, progress bars during long jobs.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Session 5 builds on these patterns — today we learn the two main approaches.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HTTP is mail; real-time is a phone call or radio broadcast.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SSE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Server-Sent Events (one-way)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SSE = server pushes updates to the browser over one long HTTP connection.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Browser uses EventSource to listen; server sends text events as they happen.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One-way only: server -&gt; client. Great for feeds, logs, live dashboards.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Simpler than WebSockets when you do not need the client to send often.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A news ticker: the screen updates, but you do not talk back through the same pipe.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SSE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SSE: client and server sketch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 (browser)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source = new EventSource('/api/stream');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source.onmessage = (e) =&gt; console.log('update:', e.data);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 (route handler) sends: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Content-Type: text/event-stream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data: {"price": 42}\n\n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In Next.js you can expose an API route that streams events.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SSE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Trace an SSE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In your notes, draw: Browser -&gt; opens EventSource -&gt; Server keeps connection open.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List one app feature that fits SSE (e.g. live order status, not chat).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We will wire a full SSE example in Session 5.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~5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WEBSOCKETS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WebSockets (two-way)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WebSockets open a persistent two-way channel between browser and server.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Either side can send messages at any time — chat, games, collaborative editing.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Socket.io is a popular library that adds rooms, reconnect, and fallbacks on top.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Use when the client must send frequently, not just receive.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A walkie-talkie: both people can press to talk.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WEBSOCKETS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Socket.io sketch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io.on('connection', (socket) =&gt;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socket.on('chat', (msg) =&gt; io.emit('chat', msg));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socket.emit('chat', 'Hello everyone');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socket.on('chat', (msg) =&gt; setMessages(m =&gt; [...m, msg]));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Socket.io handles reconnecting if the network drops.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REAL-TIME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SSE vs WebSockets — when to use which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SSE: one-way streams, simpler, works over normal HTTP/2, auto-reconnect.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WebSockets / Socket.io: two-way, lower latency for chat and multiplayer.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Start with SSE if you only need server -&gt; client updates.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Session 5 will implement these in a Next.js app.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6FB8"/>
                </a:solidFill>
              </a:rPr>
              <a:t>Think of it like:  </a:t>
            </a:r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</a:rPr>
              <a:t>Pick a radio (SSE) or a phone call (WebSocket) based on whether the listener needs to reply.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WEBSOCKETS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A55D"/>
                </a:solidFill>
              </a:rPr>
              <a:t>Practice: Match pattern to use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For each scenario, write SSE or WebSocket: (1) live sports scores, (2) team chat, (3) build log stream.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Discuss with a partner why you chose each.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Note one question to bring to Session 5.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A55D"/>
                </a:solidFill>
              </a:rPr>
              <a:t>~6 min · type along in your pre-read app, then we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6FB8"/>
                </a:solidFill>
              </a:rPr>
              <a:t>Challenge: Plan a real-time feature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Pick a feature for your Module 1 app (e.g. live availability or notifications).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Write whether SSE or Socket.io fits better and why.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0B2545"/>
                </a:solidFill>
              </a:rPr>
              <a:t>Sketch the components: who sends, who receives, what events are named.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6FB8"/>
                </a:solidFill>
              </a:rPr>
              <a:t>~8 min · combine what you just learned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React: components, props, useState, useEffect.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Next.js App Router: app/, page.tsx, layout.tsx, Server vs Client, Link.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Tailwind: utility classes for fast, responsive layout.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2545"/>
                </a:solidFill>
              </a:rPr>
              <a:t>Real-time: SSE for one-way streams; WebSockets/Socket.io for two-way.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B2545"/>
                </a:solidFill>
              </a:rPr>
              <a:t>You now have the React + Next.js floor for Sessions 2, 3, and 5.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</a:rPr>
              <a:t>RESOURCES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</a:rPr>
              <a:t>Keep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B2545"/>
                </a:solidFill>
              </a:rPr>
              <a:t>React docs (Quick Start) — react.dev/learn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B2545"/>
                </a:solidFill>
              </a:rPr>
              <a:t>Next.js docs (App Router) — nextjs.org/docs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B2545"/>
                </a:solidFill>
              </a:rPr>
              <a:t>Tailwind CSS docs — tailwindcss.com/docs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B2545"/>
                </a:solidFill>
              </a:rPr>
              <a:t>MDN EventSource (SSE) — developer.mozilla.org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B2545"/>
                </a:solidFill>
              </a:rPr>
              <a:t>Socket.io docs — socket.io/docs/v4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</a:rPr>
              <a:t>Thank you — see you in Session 5 for real-time in practice!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Training Sessions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F3 - Building a Web Interface with React and Next.js</dc:title>
  <dc:subject>PptxGenJS Presentation</dc:subject>
  <dc:creator>F3 Training</dc:creator>
  <cp:lastModifiedBy>F3 Training</cp:lastModifiedBy>
  <cp:revision>1</cp:revision>
  <dcterms:created xsi:type="dcterms:W3CDTF">2026-07-14T15:37:10Z</dcterms:created>
  <dcterms:modified xsi:type="dcterms:W3CDTF">2026-07-14T15:37:10Z</dcterms:modified>
</cp:coreProperties>
</file>